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6477" y="1276350"/>
            <a:ext cx="6110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Circuits Worldwide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041660" y="2038350"/>
            <a:ext cx="30603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Database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16477" y="2724150"/>
            <a:ext cx="6110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CS621 Spatial Databases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16477" y="3067050"/>
            <a:ext cx="6110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Pavan Kumar Reddy Patimeedi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16477" y="3371850"/>
            <a:ext cx="6110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Number: 25251028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1811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" y="1543050"/>
            <a:ext cx="88605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database using PostGIS for PostgreSQL to store and analyze F1 race circuits with precise geographic coordinates.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23241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" y="2686050"/>
            <a:ext cx="86868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with PostGIS extension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for visualization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spatial functions (ST_Distance, ST_DWithin, ST_MakePoint)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8600" y="37338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Coverage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" y="4095750"/>
            <a:ext cx="8860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circuits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countries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continents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1950-2024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Status: Active, Historic, Inactive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2192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f1_circuits Table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03835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Attributes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24400" y="203835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&amp; Spatial Data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Circuit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1732" y="11811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visualization showing all F1 circuits on world map with OSM base layer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" y="1600200"/>
            <a:ext cx="8686800" cy="3352800"/>
          </a:xfrm>
          <a:prstGeom prst="roundRect">
            <a:avLst>
              <a:gd name="adj" fmla="val 1136"/>
            </a:avLst>
          </a:prstGeom>
          <a:noFill/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1605" y="3143250"/>
            <a:ext cx="248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[World Map - pavanqgis.png]</a:t>
            </a:r>
            <a:endParaRPr lang="en-US" sz="1500" dirty="0"/>
          </a:p>
        </p:txBody>
      </p:sp>
      <p:pic>
        <p:nvPicPr>
          <p:cNvPr id="7" name="Image 0" descr="/mnt/user-data/uploads/pavanqg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45920"/>
            <a:ext cx="80467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Density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1732" y="11811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visualization showing circuit clustering and high-density racing regions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" y="1600200"/>
            <a:ext cx="8686800" cy="3352800"/>
          </a:xfrm>
          <a:prstGeom prst="roundRect">
            <a:avLst>
              <a:gd name="adj" fmla="val 1136"/>
            </a:avLst>
          </a:prstGeom>
          <a:noFill/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51339" y="3143250"/>
            <a:ext cx="2441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[Heatmap - pavan2qgis.png]</a:t>
            </a:r>
            <a:endParaRPr lang="en-US" sz="1500" dirty="0"/>
          </a:p>
        </p:txBody>
      </p:sp>
      <p:pic>
        <p:nvPicPr>
          <p:cNvPr id="7" name="Image 0" descr="/mnt/user-data/uploads/pavan2qg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45920"/>
            <a:ext cx="80467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Circuit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1732" y="11811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view of European, Middle Eastern, African, and Asian circuits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" y="1600200"/>
            <a:ext cx="8686800" cy="3352800"/>
          </a:xfrm>
          <a:prstGeom prst="roundRect">
            <a:avLst>
              <a:gd name="adj" fmla="val 1136"/>
            </a:avLst>
          </a:prstGeom>
          <a:noFill/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6099" y="3143250"/>
            <a:ext cx="2851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[Regional Map - pavan3qgis.png]</a:t>
            </a:r>
            <a:endParaRPr lang="en-US" sz="1500" dirty="0"/>
          </a:p>
        </p:txBody>
      </p:sp>
      <p:pic>
        <p:nvPicPr>
          <p:cNvPr id="7" name="Image 0" descr="/mnt/user-data/uploads/Pavan3qg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45920"/>
            <a:ext cx="80467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Spatial Queries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881658"/>
            <a:ext cx="8686800" cy="1432173"/>
          </a:xfrm>
          <a:prstGeom prst="roundRect">
            <a:avLst>
              <a:gd name="adj" fmla="val 2660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1475" y="1024533"/>
            <a:ext cx="8569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Circuit Clustering Analysis (200km radius)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1475" y="1367433"/>
            <a:ext cx="8569071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c1.circuit_name, c1.country, COUNT(c2.circuit_id) - 1 AS nearby_circuits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f1_circuits c1 LEFT JOIN f1_circuits c2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ST_DWithin(c1.geom::geography, c2.geom::geography, 200000)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BY c1.circuit_id ORDER BY nearby_circuits DESC;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71475" y="2010966"/>
            <a:ext cx="8569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circuit density patterns within 200km radius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2428131"/>
            <a:ext cx="8686800" cy="1285577"/>
          </a:xfrm>
          <a:prstGeom prst="roundRect">
            <a:avLst>
              <a:gd name="adj" fmla="val 2964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1475" y="2571006"/>
            <a:ext cx="8569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Active Circuits by Geographic Region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1475" y="2913906"/>
            <a:ext cx="8569071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COUNT(*) AS circuit_count, AVG(length_km) AS avg_length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f1_circuits WHERE status = 'Active' GROUP BY region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 BY circuit_count DESC;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71475" y="3410843"/>
            <a:ext cx="8569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active circuits across regions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828008"/>
            <a:ext cx="8686800" cy="1215033"/>
          </a:xfrm>
          <a:prstGeom prst="roundRect">
            <a:avLst>
              <a:gd name="adj" fmla="val 3136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1475" y="3970883"/>
            <a:ext cx="8569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Most Isolated Circuits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1475" y="4313783"/>
            <a:ext cx="8569071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c1.circuit_name, MIN(ST_Distance(c1.geom::geography,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c2.geom::geography)/1000) AS nearest_circuit_km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f1_circuits c1 CROSS JOIN f1_circuits c2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c1.circuit_id != c2.circuit_id GROUP BY c1.circuit_id;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8575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742950"/>
            <a:ext cx="8724900" cy="19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162050"/>
            <a:ext cx="7924800" cy="2019300"/>
          </a:xfrm>
          <a:prstGeom prst="roundRect">
            <a:avLst>
              <a:gd name="adj" fmla="val 1887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625" y="136207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625" y="1800225"/>
            <a:ext cx="752475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PostGIS spatial database for 50+ F1 circuits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geographic data across 30 countries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spatial queries for distance and clustering analysis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Visualized data using QGIS with multiple layers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352800"/>
            <a:ext cx="3810000" cy="1123950"/>
          </a:xfrm>
          <a:prstGeom prst="roundRect">
            <a:avLst>
              <a:gd name="adj" fmla="val 3390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0575" y="35337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0575" y="3895725"/>
            <a:ext cx="35170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has highest circuit density. Middle East and Asia show growth. Average length: 5.2 km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24400" y="3352800"/>
            <a:ext cx="3810000" cy="1123950"/>
          </a:xfrm>
          <a:prstGeom prst="roundRect">
            <a:avLst>
              <a:gd name="adj" fmla="val 3390"/>
            </a:avLst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5375" y="35337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5375" y="3895725"/>
            <a:ext cx="35170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elevation data, temporal analysis, weather correlations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CS621 Spatial Databases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Circuits Worldwide - Spatial Database Project</dc:title>
  <dc:subject>F1 Circuits Worldwide</dc:subject>
  <dc:creator>Pavan Kumar Reddy Patimeedi</dc:creator>
  <cp:lastModifiedBy>Pavan Kumar Reddy Patimeedi</cp:lastModifiedBy>
  <cp:revision>1</cp:revision>
  <dcterms:created xsi:type="dcterms:W3CDTF">2026-01-10T16:55:18Z</dcterms:created>
  <dcterms:modified xsi:type="dcterms:W3CDTF">2026-01-10T16:55:18Z</dcterms:modified>
</cp:coreProperties>
</file>